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43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5:12.7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0 0 10802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7:36.120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7884 299 3265,'-60'1'7018,"-57"-2"-4114,-608-77 2372,329 51-4836,92 10-171,59 5-59,-56-7 71,-23 3-261,166 13 20,-43-6-40,-190-4 7,42 0-29,113 6 61,-9-10-57,37 0 32,-94 9-15,-227-17-7,422 29 77,18 0-20,-342-10 169,230-2-135,-68 2-54,25 2-29,207 3-2,1 2 0,-46 5 0,0 2-2,17-5 7,1 3-1,0 3 1,0 3-1,-80 26 0,124-30 1,0 2 0,-36 22-1,7-2-16,-11-2 20,-70 24 1,97-40-23,9-1 14,-1 0 1,2 2-1,-1 1 0,2 1 0,0 0 1,-28 27-1,-42 57-9,86-92 11,1 0-1,0 1 0,1 0 0,0 0 0,0 0 0,1 0 1,0 0-1,0 1 0,1 0 0,-3 16 0,-11 35 16,8-36-24,-11 24 27,3 1 0,-13 63 0,1 103-16,25-173-2,3-1-1,1 0 1,8 52 0,30 113 31,-39-206-31,6 31-6,1 1 0,1-2 0,14 32 0,-3 0 35,-18-53-28,1-1 0,0 0 0,0 1 0,1-1 0,0 0 0,0-1 0,1 1 0,0 0 0,0-1 0,1 0 1,0 0-1,12 12 0,9 4-5,-6-5 9,2 0 0,-1-2 0,37 21 0,-3-4 25,-41-23-30,0-1-1,0-1 0,1-1 1,0 0-1,18 5 0,213 67 75,-176-63-62,1-3 0,1-4 0,72 2 1,-92-8-10,386 15-18,-429-18 10,229 3 48,74 2-66,519 4 130,-558-10-50,-192 0-30,395 20 507,-166-1-394,-277-17-122,40 8 0,19 0-43,242 15 96,-154-10-50,12 10-20,26 1-19,367-2 135,4-10-169,-4 21 53,-486-32 5,0-4 1,184-28-1,-194 17 0,29-6-5,-77 12-6,42-2 0,40-7 33,-26-17-1,6 6-41,91-30 57,-100 31-85,-74 22 41,-1-1 1,1 0 0,-1-2-1,0 0 1,-1-1-1,25-14 1,-26 9 17,31-29 1,-4 2-22,-32 31-1,0 0 1,0-1-1,-1-1 1,-1 0 0,0 0-1,0-1 1,-1 0-1,-1-1 1,0 0-1,-1 0 1,0 0 0,8-26-1,-7 20 8,0 0 1,1 1-1</inkml:trace>
  <inkml:trace contextRef="#ctx0" brushRef="#br0" timeOffset="1">8864 789 21353,'-28'-33'-6,"-20"-23"-53,34 38 53,-1 1 0,-23-21 0,-13 0-12,36 29 9,1-1 1,0-1-1,-13-14 1,16 13 13,0 1 0,-1 1 0,0 0 0,0 1 0,-1 0 0,-1 0 0,1 2 0,-19-8 0,-214-76-36,197 77 22,1 3 0,-1 2 0,-62-4 1,-43 3 13,-201-7 14,288 27-30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54.0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3083 129 2224,'6'6'7381,"-55"0"-4565,-433-21 979,207 2-3271,181 10-465,-88-4 9,-205 19-1,108 5 86,47-5 41,205-9-154,1 1-1,-1 1 1,-49 17 0,-70 41 16,47-23-100,-12 2 46,93-33 7,-13 4-2,0 1 0,-50 33 0,67-36-5,2 0 1,-1 1-1,2 0 1,-1 1-1,-17 26 1,-39 78 22,43-69-20,15-26-5,1 1 0,0 1 1,2 0-1,1 0 0,-3 28 0,-10 36-26,2-26 37,-3-2 0,-2 0 0,-3-1-1,-33 57 1,52-106-12,-1 1 0,2 1 0,-1-1 0,2 1-1,-6 18 1,9-26 1,1 0 0,-1 0 0,1 0-1,0 0 1,0 0 0,0 1 0,0-1 0,1 0 0,0 0 0,0 0-1,0 0 1,0 0 0,1 0 0,-1 0 0,1 0 0,0-1-1,0 1 1,0-1 0,1 1 0,2 3 0,60 60 13,-48-52-7,-1 1 0,-1 0 0,0 1 0,-1 1 0,-1 0 0,19 36-1,-24-39-2,1 0 0,1 0 0,1-1 0,0 0 0,1-1 0,0 0 0,1-1-1,1-1 1,-1 0 0,2-1 0,0 0 0,17 8 0,-11-7 1,0-1 0,43 15 0,-16-8-4,43 11 5,163 28 0,31-17-28,62 13 25,-203-22 2,324 84 32,-462-112-38,108 34 6,1-5 1,125 17-1,-205-43-14,54 7 3,0-4 0,114-3 0,18-6 8,-11 0-10,-73 2 2,-27 1 34,57-3-25,173-8-7,367-12 12,-465 16-14,319-31 1,-241 12 17,55-5-41,-94 1 83,87-11-71,-234 21 30,187-32-46,-157 17 35,231-53 9,-351 75-5,-1-2 0,-1-2 0,0-2 0,-1-2 0,-1-1 0,50-35 0,-66 36-1,-2-1-1,22-25 1,-20 20-10,12-8 1</inkml:trace>
  <inkml:trace contextRef="#ctx0" brushRef="#br0" timeOffset="1">8651 791 18280,'-12'-12'27,"-10"-7"17,0 1 1,-2 1-1,1 1 0,-2 2 0,0 0 1,-1 1-1,-44-14 0,-103-19-9,91 26-14,-444-135 345,243 84-173,103 29-140,-425-63 39,171 39-86,-24 0 70,-4 28-69,395 34-14,-575-24 42,164 39-46,294-3 10,-204 18 27,138-7-30,-267 55-639,491-68-761,2 0-3824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0:15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 3409,'-29'-7'10993,"45"9"-9066,323 37 2762,-278-34-4425,90 4 1033,-100-6-1032,0 2-1,56 13 1,27 3-76,325 35 757,-272-47-594,-21-2-132,53-2-44,-21-2-65,92 7-17,-67-3-12,350-4-33,-186-7 10,-87 0-23,-93-2-7,137 2 2,-200 0 2,37 1-14,-50 7-40,216-2 61,47 2-59,-298 0 36,773 36 33,-733-35-71,354-3 67,-51-12-10,-381 11-20,643 7 4,-531-12 9,80 2 14,136 4 74,-214-2 86,-14 8-139,46-2-31,372 0 176,-536-4-207,105-1 41,52 4 5,209 14 3,-223-13-38,-39 0 62,197 5-14,5 7-48,-121-4 20,17 5-66,-17-1 65,-166-14-53,-23-1 45,69-3 0,-87-5 232,-8 3-3497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0:34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225 92 4593,'-3'-19'3477,"4"29"211,2 26-1295,-16 387 4662,-2-115-4976,11-198-1533,-32 193 0,20-176-373,-1 179 0,10-107 49,-2-57-186,-6 282 16,-19 325 18,31-691-91,6 90 0,2-26 11,-5-122-10,0-38-14,-1-53 33,10-199-7,7-69 6,-9 122 11,40-145 16,-3 60-53,-35 62 34,5-54-4,-5 191-2,-11-206 0,-3 109 0,1-270-24,5 464 80,-1 16-69,1 1 0,-1 0 0,-3-17 0,3 23 12,-9 51-105,-19 418 57,21-277 82,-20 210-46,12-195 45,3 72 3,-3 39-11,5-30 16,4-82-66,-3 47 53,-30 360 26,12-301-45,25-267-213,2-42 99,0 1 1,1-1-1,-1 0 1,0 0-1,1 0 1,-1 0-1,0 0 1,1 0-1,-1 0 1,0 0-1,1 0 1,-1 0-1,0 0 1,1 0-1,-1 0 0,0 0 1,1 0-1,-1 0 1,0 0-1,0-1 1,1 1-1,-1 0 1,0 0-1,1 0 1,-1 0-1,0-1 1,0 1-1,1-1-316,-1 1 316,1 0 1,-1-1-1,0 1 1,0 0-1,0-1 1,0 1-1,1-1 1,11-12-4327,-1-1 2272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0:38.7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593 93 5441,'-12'-3'12235,"-14"-4"-6173,-155-39-5524,136 35-518,0 2 1,0 2 0,-1 2-1,0 2 1,0 2-1,-46 5 1,121 50 767,-27-42-786,-1 1 0,0-1-1,-1 1 1,0 0 0,-1-1 0,-1 1-1,0-1 1,0 0 0,-8 22 0,-4 25-36,10-34 36,1-1-1,1 0 1,1 1 0,1 0-1,1-1 1,1 0 0,9 43-1,-10-66-3,0-1-12,17 4 32,-8-8-20,0 1 0,0 0 0,0 0 0,1 1 0,-1 0 0,1 1 0,-1 0 0,17 1 0,-11 3 4,-1-1-1,1 2 0,-1 0 0,0 1 0,0 0 0,-1 2 1,22 11-1,43 17 3,-72-33-4,6 3-3,1 0 1,0-1 0,0 0-1,0-1 1,0-1 0,1 0-1,25-1 1,-38-2-61,-5 0 122,-9 0-936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0:41.0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461 799 5673,'34'18'15704,"-50"-19"-14866,-30-9-179,-64-22 0,-5-1-652,83 26-5,4 0 8,0 0-1,0 3 0,-41-3 1,56 9 49,4-3 485,15-11-344,1 1-169,-1-1 0,0 0 0,-1 0 0,0 0 0,-1-1 0,4-15 0,9-82 184,-13 78-162,0 1 0,14-46 1,-1 33 12,28-51 0,-25 55-47,23-65 0,-19 41-55,-5 98 75,-15-30-43,1-1 0,-1 0 0,1 0 0,0 0 0,0-1 0,0 0-1,0 0 1,0 0 0,0 0 0,0-1 0,8 2 0,13 4-3,5 5 30,1-1-1,0-2 1,65 10 0,-83-18-12,-8-1-12,0 0-1,-1 0 1,1 1 0,-1 0 0,1 0-1,-1 0 1,1 1 0,-1 0 0,0 0-1,6 3 1,-11-5 0,0 0 1,0-1-1,0 1 0,0 0 0,0 0 1,0 0-1,-1 0 0,1 0 1,0 0-1,0 0 0,0 0 0,0 0 1,0 0-1,0 0 0,-1 0 1,1 0-1,0 0 0,0 0 0,0 0 1,0 0-1,0 0 0,-1 0 1,1 0-1,0 0 0,0 0 0,0 0 1,0 0-1,0 0 0,0 0 1,-1 0-1,1 0 0,0 0 0,0 0 1,0 0-1,0 0 0,0 0 1,0 1-1,0-1 0,0 0 0,-1 0 1,1 0-1,0 0 0,0 0 1,0 0-1,0 0 0,0 1 0,0-1 1,0 0-1,0 0 0,0 0 1,0 0-1,0 0 0,0 1 0,-3 12 23,1 15-14,2-23-9,0 0 0,0 0 0,0 0 0,-1-1 0,0 1 1,0 0-1,0 0 0,0-1 0,-1 1 0,0 0 0,0-1 0,0 0 0,0 1 1,-1-1-1,0 0 0,-6 7 0,7-8 1,0 1-1,0-1 1,0 1-1,0-1 1,1 1-1,-1 0 1,1 0-1,0 0 1,0 0 0,0 0-1,1 0 1,-1 0-1,1 5 1,0 5 11,1 0 0,4 21 0,-5-37 91,1-9-881,2 25 47,10 156 349,-13-168 382,1 18-11,2-1 1,6 24-1,-5-25 9,-1 0-1,0 1 1,0 18 0,-3-37-191,-1 0-1,1 0 1,-1 0-1,1 0 1,-1 0-1,1-1 1,-1 1-1,1 0 1,-1 0-1,-4-10-3696,6-5-1652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0:41.9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 6441,'0'2'3865,"0"6"-1960,0 6-9,0 4-424,0 5-135,-3 4-409,0 4-208,1 3-336,-1 4-88,2 2-168,-1 1-40,2-1-48,-1-4-48,1-9-648,-1-6-912,2-13 904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1:09.9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0 490 3457,'5'-5'2663,"-5"5"-2473,1 0 1,-1 0-1,1 0 0,-1 0 0,1-1 0,-1 1 1,1 0-1,-1 0 0,1 0 0,-1 0 1,1 0-1,-1 0 0,1 0 0,-1 0 1,1 0-1,-1 0 0,1 1 0,-1-1 1,1 0-1,-1 0 0,1 1 0,24 5 484,-20-5-133,468 86 6586,5-25-5576,-308-50-1007,-91-8-448,35 4 43,0-6 0,149-15 0,-212 4 28,-1-2 0,0-2 0,-1-2 0,64-28 0,3 5 75,-86 31-177,0-2 0,-1-1 0,41-21-1,100-47 141,-114 55-109,284-139 45,-286 136-105,-33 15-12,1 1-1,39-12 1,71-17-28,-32 9 43,109-17 0,-154 38-20,0 3 0,0 2-1,0 2 1,65 8 0,-40 7-23,-1 3 1,114 40-1,-173-50-5,3 3 11,0 1 0,-1 0 1,32 22-1,3 1 29,-22-13-33,-12-7-8,48 20 0,-40-20 12,-1 2-1,-1 1 0,46 33 0,29 16-8,-60-42 14,-20-11-1,0 0 0,-2 2 0,1 0 0,21 20 0,16 14 3,72 45 1,-131-93-10,27 17 2,-23-16 0,-1 2 0,1-1 0,-1 0 0,1 1-1,-1 0 1,0 0 0,0 0 0,-1 0 0,1 1-1,-1 0 1,1-1 0,-1 1 0,0 0 0,-1 1-1,1-1 1,2 7 0,-2-5 40,0-1 0,0 1 1,1-1-1,0 1 0,0-1 0,0 0 1,0-1-1,1 1 0,0-1 0,0 0 1,0 0-1,0 0 0,1-1 0,5 4 1,17 12-1779,-3 3-3643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1:12.0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2264 4801,'-2'-7'7014,"-1"-12"-4871,4-517 5452,38 1-6293,-8 141-824,-29 288-407,-18-171 0,3 113 90,11 131-127,-1-7 13,1-1-1,5-45 0,-3 85-447,5-23 667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1:16.5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15 3377,'-7'1'826,"-27"-8"9284,33 6-9903,2 0-102,-1 1-1,1-1 0,-1 1 0,1-1 1,-1 1-1,1-1 0,0 1 0,-1-1 0,1 1 1,0 0-1,-1-1 0,1 1 0,0 0 0,0 0 1,-1-1-1,1 1 0,0 0 0,0 0 0,-1 0 1,1 0-1,0 0 0,0 0 0,-1 0 1,2 0-1,26 1 661,-25-1-612,91 7 1117,-55-2-575,1-3 0,62-3 0,-16-3 326,167 13-1,-34 2 308,55-6-797,-249-3-523,0 0 0,27 6 0,-27-3 59,0-1 0,27-1 0,68 2 131,127 20-1,-202-16-200,-1 2 0,1 1 0,53 25 0,-45-17 28,106 25-3,-125-36-61,-19-4 36,-1 0 1,1 1-1,-1 1 0,-1 0 1,16 11-1,-12-7 5,0-1 0,22 9-1,-2-2 0,0 2 0,62 42 0,-67-39-56,166 120 74,-184-132-21,25 17 6,0 1 0,65 64 1,-81-71-20,1-1 0,1-1 1,34 21-1,-26-19 43,17 4-25,-41-21-3,1 0 1,-1 1-1,0 0 1,16 12-1,4 5 12,0-1 1,1-2-1,1-1 0,1-1 0,1-2 0,0-1 0,0-2 0,68 15 1,-3-4 286,1-5 1,1-4-1,0-5 1,103-3-1,-177-9-290,0-1 0,-1-1 0,1-1-1,-1-1 1,27-12 0,39-11 6,-34 14 2,-2-3 1,77-38-1,98-66 33,-224 119-50,44-27 6,78-63 0,-126 92-6,8-5-11,1 0 0,-1 1 1,22-9-1,6-3 28,-37 18-15,0-1-1,0 0 0,0 0 1,0 0-1,0 0 0,0 0 0,0 0 1,0 0-1,0-1 0,0 1 1,0 0-1,-1 0 0,1-1 1,0 1-1,-1-1 0,1 0 1,-1 0-4,1 1 0,-1-1 0,1 1 1,0-1-1,-1 1 0,1-1 1,0 1-1,0 0 0,0-1 0,0 1 1,0 0-1,0 0 0,1 0 0,-1 0 1,2-2-1,7-3 0,0-1 0,0 0 0,-1-1 0,12-12 1,-21 19-22,0 1 1,0 0 0,0 0-1,0-1 1,1 1 0,-1 0 0,0 0-1,0 0 1,0-1 0,0 1 0,0 0-1,1 0 1,-1 0 0,0-1-1,0 1 1,0 0 0,0 0 0,1 0-1,-1 0 1,0 0 0,0 0 0,1-1-1,-1 1 1,0 0 0,0 0-1,1 0 1,-1 0 0,0 0 0,0 0-1,0 0 1,1 0 0,-1 0 0,0 0-1,0 0 1,1 0 0,-1 0-1,0 0 1,0 0 0,1 1 0,-1-1-1,0 0 1,0 0 0,1 0 0,-1 0-1,0 0 1,0 0 0,0 1-1,0-1 1,1 0 0,-1 0 0,0 0-1,0 0 1,0 1 0,0-1 0,0 0-1,1 0 1,-1 1 0,0-1-1,0 0 1,1 17-4660,-1-15 3811,0 10-992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1:18.8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 16 6065,'-14'-15'9015,"14"15"-8919,-10 37 2700,-8 136-736,5 209 1,12-307-1773,47 775 413,13-225-461,-54-565-526,-1 0-1,-9 109 0,1-149-1189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7:59.1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3 2617,'-62'-3'10021,"43"3"-7641,74 0-692,239 2 3201,148 16-3410,-310-11-1407,-132-7-89,-30-2-4681,2 0-1653,14 1 4065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0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12 3809,'-6'-11'9855,"19"11"-8661,403 23 5112,-118-9-4979,-266-11-1267,-18-1-30,0-1 1,1-1-1,21-1 1,-43-6-408,-7 1-903,-15-4-6308,20 5 5442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2.1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6569,'-1'10'6150,"5"7"-4951,100 227 4504,-16-41-5161,-38-70-315,-50-133-261,0 0 1,0 0-1,0 1 1,0-1-1,1 0 1,-1 1-1,0-1 1,0 0-1,0 1 0,0-1 1,0 0-1,0 0 1,0 1-1,0-1 1,1 0-1,-1 0 1,0 1-1,0-1 1,0 0-1,1 0 1,-1 1-1,0-1 1,0 0-1,1 0 1,-1 0-1,0 0 1,0 1-1,1-1 1,-1 0-1,0 0 0,0 0 1,1 0-1,-1 0 1,0 0-1,1 0 1,-1 0-1,0 0 1,1 0-1,-1 0 1,0 0-1,1 0 1,-1 0-1,0 0 1,0 0-1,1 0 1,-1 0-1,0 0 1,1 0-1,-1-1 1,0 1-1,0 0 1,1 0-1,-1 0 0,0 0 1,0-1-1,1 1 1,-1 0-1,0 0 1,0-1-1,0 1 1,0 0-1,1 0 1,-1-1-1,8-18-5717,-5 7 3532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3.3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3897,'23'6'9798,"11"2"-4334,27 6-2822,87 17-2013,-138-31-1493,-19-5-3559,1 1 690,1-4 1261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4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5 4769,'0'-1'82,"0"1"0,0 0 0,0 0 0,0 0 0,0-1 0,-1 1 0,1 0 0,0 0 0,0 0 0,0 0 0,0-1 0,0 1 0,0 0 0,0 0 0,-1 0 0,1 0 0,0 0 0,0 0 0,0-1 0,0 1 0,-1 0 0,1 0 0,0 0 0,0 0 0,0 0 0,-1 0 0,1 0 0,0 0 0,0 0 0,0 0 0,-1 0 0,1 0 0,0 0 0,0 0 0,0 0 0,0 0 0,-1 0 0,1 0 1,0 0-1,0 0 0,0 0 0,-1 0 0,1 1 0,0-1 0,0 0 0,0 0 0,0 0 0,0 0 0,-1 0 0,1 0 0,0 1 0,0-1 0,0 0 0,0 0 0,-7 17 2060,1 28-610,5-42-1230,-9 114 2520,6 151 0,27 116-1564,3-76-869,18 321-258,-40-545-544,2 57 674,-8-70-9435,4-85 7488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5.4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1 493 4425,'4'-12'9782,"13"-11"-7562,-4 5-1211,56-92 1037,52-88-1184,-95 157-872,6-13-40,-18 17-3933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5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29 127 3009,'-10'4'988,"-9"9"11098,38-17-9676,27-10 768,56-19 552,48-22-2465,-146 53-1394,21-9 265,-25 10-244,1 1 0,0 0 0,0-1 0,0 1 1,-1-1-1,1 1 0,0-1 0,-1 1 0,1-1 0,0 1 0,-1-1 0,1 0 0,-1 1 0,1-1 0,-1 0 0,1 0 0,-1 1 0,0-1 0,1 0 0,-1 0 0,0 0 0,1 1 0,-1-2 0,-7-4-2855,-11 3 984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7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7210,'0'2'299,"-1"1"1,1-1-1,0 0 1,0 1 0,0-1-1,1 0 1,-1 1 0,0-1-1,1 0 1,-1 0 0,1 0-1,1 4 1,2 4 487,41 129 3878,40 71-2293,-20-55-1893,-54-125-466,1-2-96,-1 1-1,13 57 1,-24-80-3150,-5-13 782,-4-19-1071,4-9 1431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7.4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9290,'8'22'1152,"2"8"705,6 20-457,2 7-72,7 11-304,6 4-111,2 6-177,0 0-112,1-6-280,-6-2-120,1-15-152,-2-7-56,-6-14-200,-1-8-312,-12-17-1208,-13-33-1929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7.6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7882,'8'0'1304,"-4"8"1048,6 14-903,0 10-89,8 16-400,9 3-192,3 9-119,1 0-137,1-1-232,-3-2-48,-1-7-168,-2-7-40,-6-13-336,-3-4-456,-5-13-1193,-4-6-767,-7-18 1367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7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11026,'5'-6'1105,"7"14"687,1 8-288,1 20-431,2 9-297,2 19-392,5 3-32,1 12-160,3 1-88,-1-4-24,0-4-24,-5-20-64,-2-11-112,-7-19-744,-4-9-585,-7-18-1743,-3-10 1663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8.1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8802,'5'22'1072,"6"19"1041,0 10-337,2 14-368,2 4-248,1 2-543,0-1-249,0-9-216,-3-9-208,-3-16-1593,-2-11-1519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9.3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6321,'0'3'563,"1"0"0,-1 0-1,1 0 1,0 0-1,-1 1 1,1-1 0,0-1-1,4 7 1,28 37 2574,-19-28-1884,16 21-68,-1-2-635,-2 1 1,26 49-1,-46-75-629,-1 0 0,-1 1-1,0-1 1,-1 1 0,0 1 0,-1-1 0,-1 0 0,0 1 0,-1-1 0,0 1 0,-1 0 0,-2 15-1,0-16-1600,2-19-2981,2-9 2694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9.8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 4321,'10'-5'11093,"-8"6"-10723,24 2 2748,25 9-2358,-14 1-30,-26-8-602,1-1-1,-1 0 0,1 0 1,-1-1-1,1-1 1,0 0-1,0-1 0,0 0 1,13-1-1,-23-1-104,0 1 0,0-1 1,0 0-1,0 1 0,0-1 0,0 0 1,0 0-1,0-1 0,-1 1 1,3-2-1,4-7-1029,-9-3-3644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10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 5673,'3'33'6314,"1"32"-4561,-16 516 2386,0-6-3582,11-469-531,4 149-1259,0-225-5,-3-30 1183,0 1-1,0-1 1,0 0-1,0 0 1,0 0-1,0 1 0,0-1 1,0 0-1,0 0 1,0 0-1,0 1 1,0-1-1,0 0 1,0 0-1,0 1 0,0-1 1,0 0-1,0 0 1,0 0-1,0 1 1,0-1-1,0 0 0,0 0 1,0 0-1,0 1 1,0-1-1,1 0 1,-1 0-1,0 0 1,0 0-1,0 1 0,0-1 1,0 0-1,1 0 1,-1 0-1,0 0 1,0 0-1,0 0 0,1 1 1,-1-1-1,0 0 1,0 0-1,0 0 1,1 0-1,-1 0 0,0 0 1,4-12-2305,-1-20 622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11.3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11 238 2096,'-11'-14'7059,"29"22"-1125,14 6-4391,-28-13-1486,0 0 1,0 0-1,0-1 0,0 0 1,1 0-1,-1 0 1,0 0-1,0 0 1,0-1-1,0 0 1,0 0-1,0 0 1,0 0-1,0-1 1,0 1-1,-1-1 1,1 0-1,0 0 1,-1 0-1,0-1 1,6-4-1,-3 0-38,-1 0 1,1 0-1,-1 0 0,-1-1 1,1 0-1,-1 0 0,-1 0 1,0 0-1,3-10 0,18-55-777,-7 25-3063,-12 33 2482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12.2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3041,'-6'3'6649,"15"2"-3888,18 3-742,74 8 1899,-91-15-3821,0-1 0,0 0 1,0 0-1,0-1 1,-1 0-1,1-1 0,0 0 1,10-3-1,-10-2-144,-11 0-1872,0 6 1468,0 1 0,0-1 0,0 0 0,-1 0 0,1 1 0,0-1 0,-1 1 1,1-1-1,-1 1 0,1-1 0,-1 1 0,-1 0 0,-10-1-1599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12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1 9002,'-1'11'1152,"-2"7"1137,-1 8-409,-5 8-368,-1 4-343,0 4-593,-2-1-208,0-4-312,1-1-464,4-4-2729,6-4 2137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2:23.9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1426 4449,'-1'1'456,"0"0"1,0 0-1,0 1 0,0-1 1,0 1-1,0-1 0,1 0 1,-1 1-1,0 0 1,1-1-1,-1 1 0,1-1 1,0 1-1,-1 0 0,1-1 1,0 1-1,2 18 8109,3-48-6360,-3-22-793,10-56 1,-6 63-1059,-1 0 0,-2-50 0,-11-19 139,3 50-444,2 1-1,8-94 1,-1 128-37,6-94 3,-11 103-19,-1 1 0,-8-33 0,-1-16 11,6 41 12,4 20-18,0 0-1,0 0 1,0 0 0,0 0 0,1-1 0,0 1-1,0 0 1,0 0 0,1 0 0,1-8 0,-2 13-3,1-1 1,-1 1-1,1-1 1,-1 1-1,1-1 0,-1 1 1,1 0-1,-1-1 1,1 1-1,-1 0 1,1-1-1,-1 1 1,1 0-1,0 0 1,-1 0-1,1-1 1,0 1-1,-1 0 1,1 0-1,-1 0 1,1 0-1,0 0 1,-1 0-1,1 0 1,0 0-1,-1 1 1,1-1-1,0 0 1,24 8 33,-10-3-10,127 10 24,-107-10-5,39 0 0,19 3-6,-28-1-18,66-2 0,-39-2-6,-21 3 13,-35-2 5,48-2 0,87-3 81,-88 2-14,115-13 0,153-25 80,-150 6-174,-8 0 14,-124 24-20,154-10 5,198 16 58,-53-21 17,-121-3-69,5 0 12,-54 8 0,25 0-11,-28 6 6,74 0 5,-62 6-71,73 1 70,-95 2-6,21 0 24,-145 2-11,93-11 0,-119 7-74,205-9 121,-101 7-92,212-21 8,97 18 24,-91-8-17,-234 15 20,63-4-13,13-9 19,-197 15-22,326-11-15,-53 23-28,-204-12 42,113 2-13,-104 7 41,-50-5-29,40 1 0,-44-5 0,208 7 6,-120-6-2,-79-2-11,67 6 0,-42 1 21,74-3 0,-21-1 27,85-1-101,84 7 66,36 3 6,-260-11-10,286 10-7,-126-5-4,187 44-2,-311-35 15,-75-13 1,0-1 0,0 0 1,0-2-1,0 0 0,0-1 0,27-8 1,39-6 13,-39 6-391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2:25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1 5961,'-1'50'7936,"0"3"-3523,-19 213-416,5-82-2888,10 256 0,16-302-1064,-6-98-52,-2 0 0,-2 0 1,-1-1-1,-7 48 0,3-62-4,1 0 1,1 1-1,2-1 0,3 38 1,-3-50-31,-2-18-1865,2 4 1646,0 1 0,0-1-1,1 0 1,-1 0 0,0 1 0,0-1 0,0 0 0,1 0-1,-1 1 1,0-1 0,1 0 0,-1 1 0,1-1-1,6-4-2601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2:27.5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21 5721,'-4'-21'6911,"3"22"-6715,1-1-1,0 1 0,-1 0 0,1-1 0,0 1 1,-1-1-1,1 1 0,0-1 0,0 1 0,0 0 1,0-1-1,-1 1 0,1 0 0,0-1 0,0 1 0,0 0 1,0-1-1,0 1 0,1 0 0,-1-1 0,0 1 1,0-1-1,0 1 0,0 0 0,1-1 0,-1 2 0,15 195 3557,-14 101-2448,6 106-1330,-8-317 112,-1-33-877,3-50 558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2:28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7754,'11'-1'9018,"18"1"-4228,56 1-2816,164 36 571,-9-2-1889,-185-30-617,0-2 1,75-6-1,-124 3-715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57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3 3681,'-25'-3'4488,"17"3"-2407,16 2 963,285 30 3371,6 0-5173,-21 19-623,-307-79-2121,-4 7-5766,16 14 5286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5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 3233,'-23'-7'9838,"37"10"-8706,327 41 3602,29 5-3173,-344-43-1501,-17-3-47,-1 0 1,1-1 0,0-1 0,0 0-1,0 0 1,1 0 0,-1-1 0,0 0-1,15-3 1,-23 3-40,-1-1 1,1 1-1,-1 0 0,0 0 1,1-1-1,-1 1 0,0 0 1,1-1-1,-1 1 0,0 0 1,1-1-1,-1 1 0,0-1 1,0 1-1,1 0 0,-1-1 1,0 1-1,0-1 0,0 1 1,0-1-1,0 1 0,0 0 1,1-1-1,-1 1 0,0-1 1,0 1-1,0-1 0,0 1 1,-1-1-1,1 1 0,0-1 1,0 1-1,0 0 0,0-1 1,0 1-1,-1-1 0,1 1 1,0-1-1,0 1 0,-1 0 1,1-1-1,0 1 0,0 0 1,-1-1-1,1 1 0,0 0 1,-1-1-1,1 1 0,-1 0 1,1 0-1,0-1 0,-1 1 1,-22-19-5063,21 18 4384,-11-10-1429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0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4737,'21'35'2896,"1"0"0,37 45 0,9 12-824,76 149-104,-91-149-5455,-42-73 1728,-19-31 182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0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3793,'23'13'9649,"8"-2"-5257,42 2-3397,-34-6 126,44 12-489,47 10-440,-122-29-340,-7-2-1201,-12-5-2215,5 4 2769,-11-7-1096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1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43 4121,'9'-37'3010,"-9"37"-2949,0 0 0,0 0 1,0-1-1,0 1 0,0 0 1,0 0-1,0 0 1,0-1-1,0 1 0,0 0 1,0 0-1,0 0 0,0 0 1,0-1-1,0 1 1,0 0-1,0 0 0,1 0 1,-1 0-1,0-1 1,0 1-1,0 0 0,0 0 1,0 0-1,0 0 0,1 0 1,-1 0-1,0-1 1,0 1-1,0 0 0,0 0 1,1 0-1,-1 0 0,0 0 1,0 0-1,0 0 1,1 0-1,-1 0 0,0 0 1,0 0-1,0 0 1,0 0-1,1 0 0,-1 0 1,0 0-1,0 0 0,1 0 1,4 22 1869,-4 28-1162,-1 0 0,-2 0 0,-12 61 0,5-39-430,-81 716 1986,57-532-1825,-13 183-376,46-418-309,0 98-834,1-107 130,0 0-1,1 0 0,1 0 1,4 12-1,-3-17-852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2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4 544 4137,'-4'5'9290,"25"-18"-6203,6-21-2331,-1 0 0,-2-2 0,-1 0 0,19-43 0,22-34-147,-34 67-418,-15 25-158,-1-1 0,-1 0 0,-1-1 0,14-36 0,-24 48-1517,-6 19-1439,-6 18-2947,7-13 4298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2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4769,'0'0'218,"0"1"-1,-1 0 1,1 0-1,0 0 1,0 0-1,0 0 1,1-1-1,-1 1 1,0 0-1,0 0 1,0 0-1,1 0 1,-1-1 0,0 1-1,1 0 1,-1 0-1,1 0 1,-1-1-1,1 1 1,-1 0-1,1-1 1,-1 1-1,1 0 1,0-1-1,-1 1 1,1-1 0,0 1-1,-1-1 1,1 0-1,0 1 1,0-1-1,-1 1 1,1-1-1,1 0 1,29 12 2234,2-6-1410,1-2 0,-1-1 0,1-2 0,-1-2 0,52-6 0,-39 3-564,36-2-301,-82 6-224,0 0 0,1 0 0,-1 0 0,1 0 0,-1 0 0,0 0-1,1 0 1,-1 0 0,0 0 0,1 0 0,-1 0 0,1-1 0,-1 1 0,0 0 0,1 0 0,-1 0 0,0-1 0,0 1 0,1 0 0,-1 0-1,0-1 1,1 1 0,-1 0 0,0 0 0,0-1 0,0 1 0,1 0 0,-1-1 0,0 1 0,-10-8-3077,-7 2 1497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3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7746,'0'0'62,"0"0"1,0 0 0,1 0 0,-1 0 0,0 0 0,1 0-1,-1 0 1,0 0 0,1 0 0,-1 0 0,0 0-1,0 0 1,1 0 0,-1 0 0,0 0 0,1 0 0,-1 0-1,0 0 1,0 1 0,1-1 0,-1 0 0,0 0-1,0 0 1,0 0 0,1 1 0,-1-1 0,0 0 0,0 0-1,0 1 1,1-1 0,-1 0 0,0 0 0,0 1-1,0-1 1,0 0 0,0 1 0,9 14 1160,-8-13-1019,34 74 2178,30 97 0,26 59-1827,-66-170-835,-13-31-1156,1-1-3597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4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6881,'3'2'223,"-1"0"-1,0 0 0,0-1 0,0 1 0,0 0 0,0 1 0,-1-1 0,1 0 0,-1 0 0,1 1 0,-1-1 0,0 1 0,0-1 0,0 1 0,1 3 1,1 2 188,76 207 3813,-52-135-3520,43 93 0,7-19-2636,-76-163-3359,-3-8 3230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4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6889,'6'8'1321,"4"8"1111,0 19-1031,0 13-129,3 18-360,4 5-64,2-3-40,2-4-127,0-9-249,-3-6-152,0-10-200,-1-6-24,-2-8-392,-2-7-457,-4-8-1151,-2-9-729,-2-12 1353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4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7810,'1'-8'1144,"7"11"968,0 9-511,4 20-313,3 9-376,1 14-272,3 1-48,1-1-119,1-2-49,3-6-144,1-5-136,-3-7-104,-2-3 8,-6-9-488,-4-7-409,-6-8-1095,-3-19-2057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4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8738,'10'8'1240,"4"10"937,-1 24-993,-2 10-56,-3 12-472,0 1-160,0-6-176,2-4-136,2-11-408,0-7-608,1-9-2985,-1-8 2417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6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13 2393,'-7'-12'5810,"13"15"-2662,25 23-1270,-17-13-1109,24 17 442,-2 2 1,36 40-1,-40-35-956,-2 1 0,-2 1 1,-1 1-1,23 50 0,-43-77-331,-2-1 1,0 1-1,-1 1 0,5 23 1,-3 25-5468,-6-51 3742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7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3409,'-2'3'374,"-5"10"5008,18-6-957,-2-3-4288,21 7 2057,62 16 0,-53-17-1865,-77-27-9383,30 10 6946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7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12 3665,'-3'-11'2171,"0"11"-527,1 17 437,1 34-91,1-51-1979,-6 108 2352,-27 158-1,14-143-2096,-44 435 45,26-218-359,36-331-199,0 37-3702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9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1 533 4001,'1'1'803,"1"-1"-1,0 1 1,0-1 0,0 0 0,0 1 0,0-1 0,-1 0-1,1 0 1,0 0 0,0 0 0,2-1 0,29-8 2781,30-19-1406,-49 19-1983,0-1-1,0-1 0,0 0 1,-2-1-1,1 0 1,-2-1-1,0-1 0,0 0 1,-1 0-1,-1-1 0,0 0 1,-1-1-1,6-18 0,7-21-21,-3-1 0,16-88 0,-30 103-427,-4 41 6,5-1-2960,3 3-2313,-5 2 3902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9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3129,'-12'3'4022,"15"2"-225,18 6-141,-3-8-2155,1 0 0,30 0 0,-18-3-690,0-2 0,35-6-1,-64 7-2394,-9 0-479,3 1 1201,-12-3-701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2:58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1715 6385,'1'-3'532,"-1"0"-1,0 1 0,1-1 0,-1 0 1,0 0-1,0 1 0,-1-1 0,1 0 1,0 1-1,-1-1 0,0 0 0,0 1 1,-1-4-1,-2-12 1128,-11-158 3439,-2-30-2210,8 43-2282,-2-103-87,19 86 99,17-270 262,-15 236-507,-10 214-442,17 1-6503,-5 2 4465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3:00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 2777,'-1'0'191,"0"-1"0,-1 1 0,1 0 1,0 0-1,0 0 0,-1 1 1,1-1-1,0 0 0,0 0 1,-1 1-1,1-1 0,0 1 0,0-1 1,0 1-1,0-1 0,0 1 1,-1 0-1,1-1 0,0 1 0,3 8 3380,16-3-1764,83 13 3084,-56-13-3834,63 1-1,-122-13-3867,-3 4 1681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3:02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4625,'11'1'7901,"11"2"-3522,133 24-1194,-150-26-2777,83 10 993,91 0 0,-22-3-422,177 10 480,-89-7-318,22 16-650,-56-4 148,326 38 311,-296-31-575,522 74-144,-529-70-259,113 19 43,-168-29-22,-12-2-44,-11-8 83,-17-3-17,79 6-37,-93-10 5,-90-1 58,-30-5-43,1 1 0,0-1-1,0 0 1,0 0-1,1 0 1,-1-1-1,0 0 1,0 0 0,0-1-1,0 0 1,12-3-1,-18 4-27,1 0-1,-1 0 1,1 0 0,-1 0-1,1 0 1,-1-1-1,0 1 1,1 0-1,-1-1 1,1 1 0,-1 0-1,1 0 1,-1-1-1,0 1 1,1-1-1,-1 1 1,0 0 0,1-1-1,-1 1 1,0-1-1,0 1 1,1-1-1,-1 1 1,0-1 0,0 1-1,0-1 1,0 1-1,0-1 1,1 0-1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3:04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5105,'18'3'11133,"30"-1"-8687,-22-1-1626,40 6 319,-1 2-1,92 27 0,60 9-373,-59-29-204,82 13-14,-181-19-213,1-3 1,61 0-1,-82-4 28,56 12 0,-54-8 76,44 4 0,71-2 157,-145-9-495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3:05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6 5913,'-4'-5'6338,"3"5"-6230,-4 10 3556,0 115 1604,5 63-3865,1-11-916,2 138 1064,-13 230-317,6-508-1077,4-37-150,0 1 17,0 0-26,0-1-92,24-22-9705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2290E-D80B-BA93-7DEC-5695B69D9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DA538-4894-5C95-231E-F73126528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A14CD-704C-1883-7D0B-42025416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EB072-8283-6067-3FCF-72344443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EACC6-8988-68E7-1751-4AE3BCA8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1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01D7F-3645-45B6-D2D6-967510FC9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310E2-B5F2-0B27-7403-26032EFB1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412B7-70FE-BF37-1A0D-007353BB5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A376B-4C20-928C-4B72-24AA1C86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33C47-6C61-43B5-25AA-C42452F8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12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B0B2A-0B90-3DBA-0822-95BA9C970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008E4-B25C-17D2-365D-EFF1840A5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363AD-F4BC-9578-9D0B-0409CC6E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872A6-5C9D-0187-5169-2B2811B90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EC4F4-664E-28E7-5159-7238EA02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5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82B1-3EDA-4B82-3C61-E4CF0BF4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FDA9-B956-F81C-8891-247133B78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E1835-EDF2-F39E-E115-5043B4416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80992-0DCF-2501-D832-AB4CF501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E433D-77F3-2F0F-9961-BEFE19817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FEEC9-D0D8-5D91-9B49-4B271439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7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0CBFC-5D45-DB67-8466-F98076AE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58681-031F-A3E0-E156-A31D11F1C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968FE-9A40-E3A2-CF2B-5F43F6564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45397-6897-68D0-F4F6-27195A004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4E3E5-5BD9-2AE0-4611-7FF523432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3C376-B854-8ADA-0D45-F52CC021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511EA7-5466-EFF8-CFE4-00FF154BA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5B06A-E9C3-1CAB-6858-DE104FDE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0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0C1E-A4FB-E5E5-7624-1FC28F08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FAE4DC-E487-41BB-F56E-F447AA3FF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209D4-EB02-3F94-56EB-D17D7C64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53B18-FC6E-D096-9577-3E410575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7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3ACAF-9F7A-7E6C-E76A-64A52B265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269B31-A70B-4E5C-40B9-1DE4AEA7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5C474-A777-04DE-869B-4444A210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9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B9DB-B635-48D8-824A-E0B1E659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AEA62-7308-6420-2E11-5F8BB3DA4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93BAE-1AFE-B93B-39D0-BAF8188B6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10FA7-1E75-10F3-EB37-6604A431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AF1DA-C6E0-59B8-74B7-4E7516511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4BF30-2F4D-A7E1-DC02-36F7C6A2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2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A88E-1608-3A5B-2191-AFD5D8D0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D85AA2-BB24-992C-D186-A288EABED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5B59E-BD9E-F782-378C-109913303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5E293-3FFC-23DE-6B03-FA7526FC0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C6520-956B-7E39-7F3D-E53B7725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E70D6-CCF3-E966-873D-23AC1CEE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1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448F-C3DE-7781-CF8C-53AFBA6D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C2226-DBF1-0BE9-CB06-722864561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4C18B-2D04-AEC0-E1C3-A46607EF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67A6F-36A6-5A6A-A8F7-342E39AE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9FD01-85C9-B708-C384-E264D0CD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9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EB799-DAC4-8389-C74A-D7B6C8CC2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7B225-F47C-9EED-7899-67B6C2BB8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58522-221A-FA37-E3EE-7BE122F0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F5CE2-19D6-3006-FC74-C17EAEB4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00F46-3D37-7745-EDE2-AB03C461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32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6841C-0615-AC1F-FEFA-F3534D51D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5C3E8-0C7D-8808-98AD-2B3F50901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4A2E-83AD-216B-D95C-2597B14C9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CD4F6-D329-4872-BF9A-C8D238181F0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3E78C-A902-E8F5-A343-607187051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608BF-FD60-51C5-1FB8-32E9D4E9F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3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1F96C14-898E-0074-CEE5-C459341FA5ED}"/>
                  </a:ext>
                </a:extLst>
              </p14:cNvPr>
              <p14:cNvContentPartPr/>
              <p14:nvPr/>
            </p14:nvContentPartPr>
            <p14:xfrm>
              <a:off x="3135267" y="4062520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1F96C14-898E-0074-CEE5-C459341FA5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6267" y="40535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570F111-3B8B-7233-77A7-98C91A7A9891}"/>
                  </a:ext>
                </a:extLst>
              </p14:cNvPr>
              <p14:cNvContentPartPr/>
              <p14:nvPr/>
            </p14:nvContentPartPr>
            <p14:xfrm>
              <a:off x="455196" y="2685498"/>
              <a:ext cx="3191040" cy="870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570F111-3B8B-7233-77A7-98C91A7A98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556" y="2649858"/>
                <a:ext cx="3262680" cy="9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3CA7DEA-E86C-ACAA-844C-735455C75AB8}"/>
                  </a:ext>
                </a:extLst>
              </p14:cNvPr>
              <p14:cNvContentPartPr/>
              <p14:nvPr/>
            </p14:nvContentPartPr>
            <p14:xfrm>
              <a:off x="4229436" y="2766138"/>
              <a:ext cx="3114720" cy="8560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3CA7DEA-E86C-ACAA-844C-735455C75A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93796" y="2730138"/>
                <a:ext cx="3186360" cy="9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5097CEA-C5FF-67F1-D702-EE919049ACD8}"/>
                  </a:ext>
                </a:extLst>
              </p14:cNvPr>
              <p14:cNvContentPartPr/>
              <p14:nvPr/>
            </p14:nvContentPartPr>
            <p14:xfrm>
              <a:off x="3633636" y="3147018"/>
              <a:ext cx="4712040" cy="1368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5097CEA-C5FF-67F1-D702-EE919049AC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15996" y="3129018"/>
                <a:ext cx="474768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440B65F-3572-6B47-5C7E-DC96973403C6}"/>
                  </a:ext>
                </a:extLst>
              </p14:cNvPr>
              <p14:cNvContentPartPr/>
              <p14:nvPr/>
            </p14:nvContentPartPr>
            <p14:xfrm>
              <a:off x="8073156" y="2638338"/>
              <a:ext cx="81360" cy="12952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440B65F-3572-6B47-5C7E-DC96973403C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55516" y="2620338"/>
                <a:ext cx="117000" cy="13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FB035EC-3592-E237-30ED-2AE80B989AF2}"/>
                  </a:ext>
                </a:extLst>
              </p14:cNvPr>
              <p14:cNvContentPartPr/>
              <p14:nvPr/>
            </p14:nvContentPartPr>
            <p14:xfrm>
              <a:off x="7782996" y="3740658"/>
              <a:ext cx="213480" cy="2156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FB035EC-3592-E237-30ED-2AE80B989AF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65356" y="3723018"/>
                <a:ext cx="2491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8E14B5C-49B3-71AA-AB1F-567B550CF066}"/>
                  </a:ext>
                </a:extLst>
              </p14:cNvPr>
              <p14:cNvContentPartPr/>
              <p14:nvPr/>
            </p14:nvContentPartPr>
            <p14:xfrm>
              <a:off x="7852836" y="2529978"/>
              <a:ext cx="224280" cy="2944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8E14B5C-49B3-71AA-AB1F-567B550CF06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35196" y="2511978"/>
                <a:ext cx="25992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FFC41C1-5C9F-8887-E78D-0D1C34097B10}"/>
                  </a:ext>
                </a:extLst>
              </p14:cNvPr>
              <p14:cNvContentPartPr/>
              <p14:nvPr/>
            </p14:nvContentPartPr>
            <p14:xfrm>
              <a:off x="7991076" y="3754698"/>
              <a:ext cx="6120" cy="1472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FFC41C1-5C9F-8887-E78D-0D1C34097B1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73436" y="3737058"/>
                <a:ext cx="4176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D931B71B-55D5-AECD-EB34-1CDE03CE66BE}"/>
              </a:ext>
            </a:extLst>
          </p:cNvPr>
          <p:cNvGrpSpPr/>
          <p:nvPr/>
        </p:nvGrpSpPr>
        <p:grpSpPr>
          <a:xfrm>
            <a:off x="8225076" y="2825538"/>
            <a:ext cx="1982160" cy="1019520"/>
            <a:chOff x="8225076" y="2825538"/>
            <a:chExt cx="1982160" cy="101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E9D0496-4D0C-A495-2C33-FF77D2095B6A}"/>
                    </a:ext>
                  </a:extLst>
                </p14:cNvPr>
                <p14:cNvContentPartPr/>
                <p14:nvPr/>
              </p14:nvContentPartPr>
              <p14:xfrm>
                <a:off x="8247756" y="3536178"/>
                <a:ext cx="1933200" cy="30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E9D0496-4D0C-A495-2C33-FF77D2095B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29756" y="3518178"/>
                  <a:ext cx="1968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854734C-9B8D-9499-8053-E2C133C84EC5}"/>
                    </a:ext>
                  </a:extLst>
                </p14:cNvPr>
                <p14:cNvContentPartPr/>
                <p14:nvPr/>
              </p14:nvContentPartPr>
              <p14:xfrm>
                <a:off x="10180236" y="3023538"/>
                <a:ext cx="27000" cy="815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854734C-9B8D-9499-8053-E2C133C84E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62596" y="3005898"/>
                  <a:ext cx="62640" cy="8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BC40044-DC61-61D5-A5D1-071E2F95E00E}"/>
                    </a:ext>
                  </a:extLst>
                </p14:cNvPr>
                <p14:cNvContentPartPr/>
                <p14:nvPr/>
              </p14:nvContentPartPr>
              <p14:xfrm>
                <a:off x="8246316" y="2825538"/>
                <a:ext cx="1922400" cy="415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BC40044-DC61-61D5-A5D1-071E2F95E00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28316" y="2807898"/>
                  <a:ext cx="19580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3482D3-89D4-F5A7-F242-F09028E31B6A}"/>
                    </a:ext>
                  </a:extLst>
                </p14:cNvPr>
                <p14:cNvContentPartPr/>
                <p14:nvPr/>
              </p14:nvContentPartPr>
              <p14:xfrm>
                <a:off x="8225076" y="2833458"/>
                <a:ext cx="41400" cy="882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3482D3-89D4-F5A7-F242-F09028E31B6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07436" y="2815818"/>
                  <a:ext cx="77040" cy="91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ECBEBEA-786F-A0FD-B764-D3E75C953D12}"/>
              </a:ext>
            </a:extLst>
          </p:cNvPr>
          <p:cNvGrpSpPr/>
          <p:nvPr/>
        </p:nvGrpSpPr>
        <p:grpSpPr>
          <a:xfrm>
            <a:off x="3647316" y="2205258"/>
            <a:ext cx="4706640" cy="1338480"/>
            <a:chOff x="3647316" y="2205258"/>
            <a:chExt cx="4706640" cy="13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183FCE-B166-844F-34BE-0C9E5CC23E6D}"/>
                    </a:ext>
                  </a:extLst>
                </p14:cNvPr>
                <p14:cNvContentPartPr/>
                <p14:nvPr/>
              </p14:nvContentPartPr>
              <p14:xfrm>
                <a:off x="3653436" y="2996538"/>
                <a:ext cx="332640" cy="10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183FCE-B166-844F-34BE-0C9E5CC23E6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44796" y="2987538"/>
                  <a:ext cx="350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EA0A86-2031-0328-E9C2-CF4E65CA9618}"/>
                    </a:ext>
                  </a:extLst>
                </p14:cNvPr>
                <p14:cNvContentPartPr/>
                <p14:nvPr/>
              </p14:nvContentPartPr>
              <p14:xfrm>
                <a:off x="3647316" y="3310818"/>
                <a:ext cx="302040" cy="15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EA0A86-2031-0328-E9C2-CF4E65CA96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38676" y="3302178"/>
                  <a:ext cx="319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08E767A-99C2-5DA2-3C13-5857BD98ABC2}"/>
                    </a:ext>
                  </a:extLst>
                </p14:cNvPr>
                <p14:cNvContentPartPr/>
                <p14:nvPr/>
              </p14:nvContentPartPr>
              <p14:xfrm>
                <a:off x="3945036" y="3313338"/>
                <a:ext cx="97560" cy="221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08E767A-99C2-5DA2-3C13-5857BD98AB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36036" y="3304338"/>
                  <a:ext cx="115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87D427-3331-D9AB-3BE9-211102F3DF98}"/>
                    </a:ext>
                  </a:extLst>
                </p14:cNvPr>
                <p14:cNvContentPartPr/>
                <p14:nvPr/>
              </p14:nvContentPartPr>
              <p14:xfrm>
                <a:off x="4039356" y="3522138"/>
                <a:ext cx="99720" cy="21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87D427-3331-D9AB-3BE9-211102F3DF9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0716" y="3513498"/>
                  <a:ext cx="117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C4569F-AD27-2877-73CD-A1F2154CF456}"/>
                    </a:ext>
                  </a:extLst>
                </p14:cNvPr>
                <p14:cNvContentPartPr/>
                <p14:nvPr/>
              </p14:nvContentPartPr>
              <p14:xfrm>
                <a:off x="4164996" y="2776938"/>
                <a:ext cx="37440" cy="745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C4569F-AD27-2877-73CD-A1F2154CF4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55996" y="2768298"/>
                  <a:ext cx="5508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DD738B-74C0-7BB3-F086-2544EC02BFFD}"/>
                    </a:ext>
                  </a:extLst>
                </p14:cNvPr>
                <p14:cNvContentPartPr/>
                <p14:nvPr/>
              </p14:nvContentPartPr>
              <p14:xfrm>
                <a:off x="3953316" y="2752818"/>
                <a:ext cx="106920" cy="177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DD738B-74C0-7BB3-F086-2544EC02BFF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44676" y="2743818"/>
                  <a:ext cx="124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34AC331-95E2-9B04-A462-4190F2F5231D}"/>
                    </a:ext>
                  </a:extLst>
                </p14:cNvPr>
                <p14:cNvContentPartPr/>
                <p14:nvPr/>
              </p14:nvContentPartPr>
              <p14:xfrm>
                <a:off x="4058796" y="2707818"/>
                <a:ext cx="129240" cy="52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34AC331-95E2-9B04-A462-4190F2F5231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49796" y="2698818"/>
                  <a:ext cx="146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1E856F9-72A4-F30B-90FD-ED67BE431743}"/>
                    </a:ext>
                  </a:extLst>
                </p14:cNvPr>
                <p14:cNvContentPartPr/>
                <p14:nvPr/>
              </p14:nvContentPartPr>
              <p14:xfrm>
                <a:off x="3649476" y="3001938"/>
                <a:ext cx="94680" cy="261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1E856F9-72A4-F30B-90FD-ED67BE43174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40476" y="2992938"/>
                  <a:ext cx="1123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A0C66AC-E604-C685-4C23-4D80666083BD}"/>
                    </a:ext>
                  </a:extLst>
                </p14:cNvPr>
                <p14:cNvContentPartPr/>
                <p14:nvPr/>
              </p14:nvContentPartPr>
              <p14:xfrm>
                <a:off x="3709236" y="3022098"/>
                <a:ext cx="123480" cy="277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A0C66AC-E604-C685-4C23-4D80666083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00596" y="3013098"/>
                  <a:ext cx="1411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4EB8856-98B1-EE28-6D69-656FD462F27B}"/>
                    </a:ext>
                  </a:extLst>
                </p14:cNvPr>
                <p14:cNvContentPartPr/>
                <p14:nvPr/>
              </p14:nvContentPartPr>
              <p14:xfrm>
                <a:off x="3782316" y="3065658"/>
                <a:ext cx="112320" cy="204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4EB8856-98B1-EE28-6D69-656FD462F27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73316" y="3057018"/>
                  <a:ext cx="129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7B805EB-EE3A-AAD6-3F90-480DB0D43E89}"/>
                    </a:ext>
                  </a:extLst>
                </p14:cNvPr>
                <p14:cNvContentPartPr/>
                <p14:nvPr/>
              </p14:nvContentPartPr>
              <p14:xfrm>
                <a:off x="3834156" y="3042618"/>
                <a:ext cx="96120" cy="241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7B805EB-EE3A-AAD6-3F90-480DB0D43E8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5516" y="3033978"/>
                  <a:ext cx="113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0D6D8E-F60A-29FD-F303-CEBC1650EC2D}"/>
                    </a:ext>
                  </a:extLst>
                </p14:cNvPr>
                <p14:cNvContentPartPr/>
                <p14:nvPr/>
              </p14:nvContentPartPr>
              <p14:xfrm>
                <a:off x="3905436" y="3010578"/>
                <a:ext cx="48240" cy="203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0D6D8E-F60A-29FD-F303-CEBC1650EC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96436" y="3001578"/>
                  <a:ext cx="65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C09AED2-2CF1-66D0-53C6-8EAC05C40267}"/>
                    </a:ext>
                  </a:extLst>
                </p14:cNvPr>
                <p14:cNvContentPartPr/>
                <p14:nvPr/>
              </p14:nvContentPartPr>
              <p14:xfrm>
                <a:off x="3942876" y="3240978"/>
                <a:ext cx="85320" cy="179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C09AED2-2CF1-66D0-53C6-8EAC05C402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33876" y="3232338"/>
                  <a:ext cx="102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9516D81-2A5E-1182-5B3E-68CC8659141F}"/>
                    </a:ext>
                  </a:extLst>
                </p14:cNvPr>
                <p14:cNvContentPartPr/>
                <p14:nvPr/>
              </p14:nvContentPartPr>
              <p14:xfrm>
                <a:off x="4026036" y="3403338"/>
                <a:ext cx="103320" cy="20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9516D81-2A5E-1182-5B3E-68CC8659141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17036" y="3394338"/>
                  <a:ext cx="120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01416EF-AB23-20ED-2A15-D23CF68906E0}"/>
                    </a:ext>
                  </a:extLst>
                </p14:cNvPr>
                <p14:cNvContentPartPr/>
                <p14:nvPr/>
              </p14:nvContentPartPr>
              <p14:xfrm>
                <a:off x="4121076" y="2824458"/>
                <a:ext cx="9360" cy="595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01416EF-AB23-20ED-2A15-D23CF68906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12436" y="2815818"/>
                  <a:ext cx="2700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601CB43-31B4-E239-1C95-4B4DF567FA71}"/>
                    </a:ext>
                  </a:extLst>
                </p14:cNvPr>
                <p14:cNvContentPartPr/>
                <p14:nvPr/>
              </p14:nvContentPartPr>
              <p14:xfrm>
                <a:off x="3929916" y="2953698"/>
                <a:ext cx="84600" cy="90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601CB43-31B4-E239-1C95-4B4DF567FA7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20916" y="2945058"/>
                  <a:ext cx="1022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A9AAB1D-1D9E-84F8-640A-4CCBF73A012C}"/>
                    </a:ext>
                  </a:extLst>
                </p14:cNvPr>
                <p14:cNvContentPartPr/>
                <p14:nvPr/>
              </p14:nvContentPartPr>
              <p14:xfrm>
                <a:off x="4043316" y="2832738"/>
                <a:ext cx="88920" cy="12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A9AAB1D-1D9E-84F8-640A-4CCBF73A012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34676" y="2823738"/>
                  <a:ext cx="106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74A8945-CBC4-2D14-2ACB-E79D868E8011}"/>
                    </a:ext>
                  </a:extLst>
                </p14:cNvPr>
                <p14:cNvContentPartPr/>
                <p14:nvPr/>
              </p14:nvContentPartPr>
              <p14:xfrm>
                <a:off x="4032516" y="2813298"/>
                <a:ext cx="29160" cy="123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74A8945-CBC4-2D14-2ACB-E79D868E801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23876" y="2804658"/>
                  <a:ext cx="46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3CD5A15-F132-50F7-8C29-98620EC0BFB8}"/>
                    </a:ext>
                  </a:extLst>
                </p14:cNvPr>
                <p14:cNvContentPartPr/>
                <p14:nvPr/>
              </p14:nvContentPartPr>
              <p14:xfrm>
                <a:off x="4110636" y="2205258"/>
                <a:ext cx="4243320" cy="529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3CD5A15-F132-50F7-8C29-98620EC0BFB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92996" y="2187258"/>
                  <a:ext cx="427896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EF074C6-9F44-4842-9AB9-15FFC6D3F103}"/>
                    </a:ext>
                  </a:extLst>
                </p14:cNvPr>
                <p14:cNvContentPartPr/>
                <p14:nvPr/>
              </p14:nvContentPartPr>
              <p14:xfrm>
                <a:off x="8330916" y="2220378"/>
                <a:ext cx="15120" cy="559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EF074C6-9F44-4842-9AB9-15FFC6D3F10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12916" y="2202738"/>
                  <a:ext cx="50760" cy="59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FE0A8F9-34D2-6C2D-B9F2-1572B310BBEB}"/>
              </a:ext>
            </a:extLst>
          </p:cNvPr>
          <p:cNvGrpSpPr/>
          <p:nvPr/>
        </p:nvGrpSpPr>
        <p:grpSpPr>
          <a:xfrm>
            <a:off x="7549356" y="2226138"/>
            <a:ext cx="321480" cy="401040"/>
            <a:chOff x="7549356" y="2226138"/>
            <a:chExt cx="32148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4A22BE-3EA6-CE95-BAF5-AA7F2C1142E6}"/>
                    </a:ext>
                  </a:extLst>
                </p14:cNvPr>
                <p14:cNvContentPartPr/>
                <p14:nvPr/>
              </p14:nvContentPartPr>
              <p14:xfrm>
                <a:off x="7549356" y="2226138"/>
                <a:ext cx="9360" cy="382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4A22BE-3EA6-CE95-BAF5-AA7F2C1142E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31356" y="2208138"/>
                  <a:ext cx="450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00EC192-56A7-F7E5-A388-70C354C257C4}"/>
                    </a:ext>
                  </a:extLst>
                </p14:cNvPr>
                <p14:cNvContentPartPr/>
                <p14:nvPr/>
              </p14:nvContentPartPr>
              <p14:xfrm>
                <a:off x="7560876" y="2597298"/>
                <a:ext cx="309960" cy="29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00EC192-56A7-F7E5-A388-70C354C257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43236" y="2579658"/>
                  <a:ext cx="34560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9EE95A6-4A75-477A-4FD7-7BE184C45345}"/>
              </a:ext>
            </a:extLst>
          </p:cNvPr>
          <p:cNvGrpSpPr/>
          <p:nvPr/>
        </p:nvGrpSpPr>
        <p:grpSpPr>
          <a:xfrm>
            <a:off x="7325076" y="2329458"/>
            <a:ext cx="2827440" cy="1367280"/>
            <a:chOff x="7325076" y="2329458"/>
            <a:chExt cx="2827440" cy="13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0E1A240-CB8B-FDB2-6508-158C1EEC95F1}"/>
                    </a:ext>
                  </a:extLst>
                </p14:cNvPr>
                <p14:cNvContentPartPr/>
                <p14:nvPr/>
              </p14:nvContentPartPr>
              <p14:xfrm>
                <a:off x="7325076" y="3371298"/>
                <a:ext cx="316440" cy="42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0E1A240-CB8B-FDB2-6508-158C1EEC95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16076" y="3362298"/>
                  <a:ext cx="334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4F83B89-85CE-5105-DBA2-BFA2A9BCE353}"/>
                    </a:ext>
                  </a:extLst>
                </p14:cNvPr>
                <p14:cNvContentPartPr/>
                <p14:nvPr/>
              </p14:nvContentPartPr>
              <p14:xfrm>
                <a:off x="7388796" y="3086898"/>
                <a:ext cx="311040" cy="41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4F83B89-85CE-5105-DBA2-BFA2A9BCE3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80156" y="3077898"/>
                  <a:ext cx="328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414EEE-6F39-27A9-D9CD-A9AB79CC1DE5}"/>
                    </a:ext>
                  </a:extLst>
                </p14:cNvPr>
                <p14:cNvContentPartPr/>
                <p14:nvPr/>
              </p14:nvContentPartPr>
              <p14:xfrm>
                <a:off x="7627836" y="3423138"/>
                <a:ext cx="136080" cy="214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C414EEE-6F39-27A9-D9CD-A9AB79CC1DE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18836" y="3414498"/>
                  <a:ext cx="153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95F904-10DA-A8E7-DB29-435AAE3C0DAA}"/>
                    </a:ext>
                  </a:extLst>
                </p14:cNvPr>
                <p14:cNvContentPartPr/>
                <p14:nvPr/>
              </p14:nvContentPartPr>
              <p14:xfrm>
                <a:off x="7755636" y="3616818"/>
                <a:ext cx="139680" cy="33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95F904-10DA-A8E7-DB29-435AAE3C0D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46636" y="3608178"/>
                  <a:ext cx="157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DF6BCB8-1F58-1028-96F8-882DB8029417}"/>
                    </a:ext>
                  </a:extLst>
                </p14:cNvPr>
                <p14:cNvContentPartPr/>
                <p14:nvPr/>
              </p14:nvContentPartPr>
              <p14:xfrm>
                <a:off x="7881996" y="2955858"/>
                <a:ext cx="70560" cy="740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DF6BCB8-1F58-1028-96F8-882DB802941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73356" y="2947218"/>
                  <a:ext cx="88200" cy="7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35E440D-5EAB-423B-4090-81EDC6CAB482}"/>
                    </a:ext>
                  </a:extLst>
                </p14:cNvPr>
                <p14:cNvContentPartPr/>
                <p14:nvPr/>
              </p14:nvContentPartPr>
              <p14:xfrm>
                <a:off x="7650516" y="2928858"/>
                <a:ext cx="122400" cy="198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35E440D-5EAB-423B-4090-81EDC6CAB48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41516" y="2919858"/>
                  <a:ext cx="140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D0DB3A3-AB56-3A92-9BC4-F33B9D104EBB}"/>
                    </a:ext>
                  </a:extLst>
                </p14:cNvPr>
                <p14:cNvContentPartPr/>
                <p14:nvPr/>
              </p14:nvContentPartPr>
              <p14:xfrm>
                <a:off x="7781916" y="2923458"/>
                <a:ext cx="157320" cy="18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D0DB3A3-AB56-3A92-9BC4-F33B9D104EB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72916" y="2914818"/>
                  <a:ext cx="174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569ACB0-3A2C-6582-16CB-F186AB847DBF}"/>
                    </a:ext>
                  </a:extLst>
                </p14:cNvPr>
                <p14:cNvContentPartPr/>
                <p14:nvPr/>
              </p14:nvContentPartPr>
              <p14:xfrm>
                <a:off x="7342356" y="3110298"/>
                <a:ext cx="93600" cy="225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569ACB0-3A2C-6582-16CB-F186AB847D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333716" y="3101658"/>
                  <a:ext cx="111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BAFF8DB-CD60-956F-A71A-B378E4DCACBA}"/>
                    </a:ext>
                  </a:extLst>
                </p14:cNvPr>
                <p14:cNvContentPartPr/>
                <p14:nvPr/>
              </p14:nvContentPartPr>
              <p14:xfrm>
                <a:off x="7405356" y="3108498"/>
                <a:ext cx="102600" cy="241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BAFF8DB-CD60-956F-A71A-B378E4DCACB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96356" y="3099498"/>
                  <a:ext cx="120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255F497-8C9E-1E9F-2144-0B72D3E5422F}"/>
                    </a:ext>
                  </a:extLst>
                </p14:cNvPr>
                <p14:cNvContentPartPr/>
                <p14:nvPr/>
              </p14:nvContentPartPr>
              <p14:xfrm>
                <a:off x="7496076" y="3130458"/>
                <a:ext cx="83160" cy="218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255F497-8C9E-1E9F-2144-0B72D3E542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87436" y="3121818"/>
                  <a:ext cx="100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63A5C8D-0929-D264-11F4-8BB2E6CB445B}"/>
                    </a:ext>
                  </a:extLst>
                </p14:cNvPr>
                <p14:cNvContentPartPr/>
                <p14:nvPr/>
              </p14:nvContentPartPr>
              <p14:xfrm>
                <a:off x="7546476" y="3143418"/>
                <a:ext cx="86760" cy="183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63A5C8D-0929-D264-11F4-8BB2E6CB445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37836" y="3134778"/>
                  <a:ext cx="104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08EDDB8-ECF5-CE6E-E86C-4A88EFAD3DC0}"/>
                    </a:ext>
                  </a:extLst>
                </p14:cNvPr>
                <p14:cNvContentPartPr/>
                <p14:nvPr/>
              </p14:nvContentPartPr>
              <p14:xfrm>
                <a:off x="7609476" y="3145938"/>
                <a:ext cx="47520" cy="177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08EDDB8-ECF5-CE6E-E86C-4A88EFAD3DC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00836" y="3137298"/>
                  <a:ext cx="65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C726345-FD83-69A4-F447-00AC219445E6}"/>
                    </a:ext>
                  </a:extLst>
                </p14:cNvPr>
                <p14:cNvContentPartPr/>
                <p14:nvPr/>
              </p14:nvContentPartPr>
              <p14:xfrm>
                <a:off x="7627836" y="3338898"/>
                <a:ext cx="144360" cy="20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C726345-FD83-69A4-F447-00AC219445E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19196" y="3330258"/>
                  <a:ext cx="162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971EA57-4961-07B2-ADB6-B2393CA894F2}"/>
                    </a:ext>
                  </a:extLst>
                </p14:cNvPr>
                <p14:cNvContentPartPr/>
                <p14:nvPr/>
              </p14:nvContentPartPr>
              <p14:xfrm>
                <a:off x="7768236" y="3504138"/>
                <a:ext cx="65520" cy="27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971EA57-4961-07B2-ADB6-B2393CA894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759596" y="3495138"/>
                  <a:ext cx="83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F04F1CF-F7BF-F6CE-4D11-CE75137D23A1}"/>
                    </a:ext>
                  </a:extLst>
                </p14:cNvPr>
                <p14:cNvContentPartPr/>
                <p14:nvPr/>
              </p14:nvContentPartPr>
              <p14:xfrm>
                <a:off x="7831596" y="2987178"/>
                <a:ext cx="61200" cy="547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F04F1CF-F7BF-F6CE-4D11-CE75137D23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22956" y="2978538"/>
                  <a:ext cx="7884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04C4CA-CC95-D36B-29C5-5E762CEF78A5}"/>
                    </a:ext>
                  </a:extLst>
                </p14:cNvPr>
                <p14:cNvContentPartPr/>
                <p14:nvPr/>
              </p14:nvContentPartPr>
              <p14:xfrm>
                <a:off x="7652316" y="2963418"/>
                <a:ext cx="136440" cy="192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04C4CA-CC95-D36B-29C5-5E762CEF78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43676" y="2954778"/>
                  <a:ext cx="154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70680D6-E42E-29DA-5A79-50310E7EF944}"/>
                    </a:ext>
                  </a:extLst>
                </p14:cNvPr>
                <p14:cNvContentPartPr/>
                <p14:nvPr/>
              </p14:nvContentPartPr>
              <p14:xfrm>
                <a:off x="7789116" y="2978898"/>
                <a:ext cx="86760" cy="10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70680D6-E42E-29DA-5A79-50310E7EF94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80116" y="2969898"/>
                  <a:ext cx="104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1CBB34B-1C7F-59F0-3137-BBD71698863B}"/>
                    </a:ext>
                  </a:extLst>
                </p14:cNvPr>
                <p14:cNvContentPartPr/>
                <p14:nvPr/>
              </p14:nvContentPartPr>
              <p14:xfrm>
                <a:off x="7806396" y="2329458"/>
                <a:ext cx="26280" cy="617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1CBB34B-1C7F-59F0-3137-BBD71698863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88756" y="2311818"/>
                  <a:ext cx="6192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BB30B16-6D1B-EEEA-ABC7-D6D20C71AEDE}"/>
                    </a:ext>
                  </a:extLst>
                </p14:cNvPr>
                <p14:cNvContentPartPr/>
                <p14:nvPr/>
              </p14:nvContentPartPr>
              <p14:xfrm>
                <a:off x="7825476" y="2534658"/>
                <a:ext cx="99000" cy="19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BB30B16-6D1B-EEEA-ABC7-D6D20C71AED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07476" y="2516658"/>
                  <a:ext cx="1346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94B5427-7060-5DFB-0A61-4D90879558F0}"/>
                    </a:ext>
                  </a:extLst>
                </p14:cNvPr>
                <p14:cNvContentPartPr/>
                <p14:nvPr/>
              </p14:nvContentPartPr>
              <p14:xfrm>
                <a:off x="7828356" y="2340618"/>
                <a:ext cx="1767240" cy="191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94B5427-7060-5DFB-0A61-4D90879558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10356" y="2322978"/>
                  <a:ext cx="18028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C0B4880-B5D9-B367-6A41-FC09D0729E68}"/>
                    </a:ext>
                  </a:extLst>
                </p14:cNvPr>
                <p14:cNvContentPartPr/>
                <p14:nvPr/>
              </p14:nvContentPartPr>
              <p14:xfrm>
                <a:off x="9541236" y="2528538"/>
                <a:ext cx="598680" cy="78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C0B4880-B5D9-B367-6A41-FC09D0729E6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23236" y="2510538"/>
                  <a:ext cx="634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657FCC6-6269-66E8-D04B-5E2B16FD2A04}"/>
                    </a:ext>
                  </a:extLst>
                </p14:cNvPr>
                <p14:cNvContentPartPr/>
                <p14:nvPr/>
              </p14:nvContentPartPr>
              <p14:xfrm>
                <a:off x="10143156" y="2579298"/>
                <a:ext cx="9360" cy="504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657FCC6-6269-66E8-D04B-5E2B16FD2A0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25516" y="2561658"/>
                  <a:ext cx="45000" cy="53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5258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FFA03-F393-D2A4-C9CF-F591EBB8C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19"/>
            <a:ext cx="12192000" cy="66167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9C7FAA-6C83-422D-BAA6-BEB906484F24}"/>
              </a:ext>
            </a:extLst>
          </p:cNvPr>
          <p:cNvCxnSpPr>
            <a:cxnSpLocks/>
          </p:cNvCxnSpPr>
          <p:nvPr/>
        </p:nvCxnSpPr>
        <p:spPr>
          <a:xfrm>
            <a:off x="9670212" y="1009291"/>
            <a:ext cx="0" cy="47790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D7CA41-7F43-533C-0329-BA315B4D4D2F}"/>
              </a:ext>
            </a:extLst>
          </p:cNvPr>
          <p:cNvCxnSpPr>
            <a:cxnSpLocks/>
          </p:cNvCxnSpPr>
          <p:nvPr/>
        </p:nvCxnSpPr>
        <p:spPr>
          <a:xfrm flipV="1">
            <a:off x="1061049" y="1009291"/>
            <a:ext cx="8609163" cy="6038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71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Morgan</dc:creator>
  <cp:lastModifiedBy>Brendan Morgan</cp:lastModifiedBy>
  <cp:revision>1</cp:revision>
  <dcterms:created xsi:type="dcterms:W3CDTF">2025-10-20T05:24:39Z</dcterms:created>
  <dcterms:modified xsi:type="dcterms:W3CDTF">2025-10-26T03:36:53Z</dcterms:modified>
</cp:coreProperties>
</file>